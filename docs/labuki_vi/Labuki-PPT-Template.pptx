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4754880" y="-2286000"/>
            <a:ext cx="8229600" cy="6400800"/>
          </a:xfrm>
          <a:prstGeom prst="rect">
            <a:avLst/>
          </a:prstGeom>
          <a:solidFill>
            <a:srgbClr val="034498">
              <a:alpha val="35000"/>
            </a:srgbClr>
          </a:solidFill>
        </p:spPr>
      </p:sp>
      <p:sp>
        <p:nvSpPr>
          <p:cNvPr id="3" name="Shape 1"/>
          <p:cNvSpPr/>
          <p:nvPr/>
        </p:nvSpPr>
        <p:spPr>
          <a:xfrm rot="-720000">
            <a:off x="5669280" y="-1371600"/>
            <a:ext cx="7315200" cy="5486400"/>
          </a:xfrm>
          <a:prstGeom prst="rect">
            <a:avLst/>
          </a:prstGeom>
          <a:solidFill>
            <a:srgbClr val="4BB1FF">
              <a:alpha val="2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7863840" y="548640"/>
            <a:ext cx="457200" cy="457200"/>
          </a:xfrm>
          <a:prstGeom prst="ellipse">
            <a:avLst/>
          </a:prstGeom>
          <a:solidFill>
            <a:srgbClr val="9FF4FF">
              <a:alpha val="4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731520" y="914400"/>
            <a:ext cx="502920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在此输入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演示标题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在此输入副标题或简要描述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520440"/>
            <a:ext cx="91440" cy="91440"/>
          </a:xfrm>
          <a:prstGeom prst="ellipse">
            <a:avLst/>
          </a:prstGeom>
          <a:solidFill>
            <a:srgbClr val="4BB1FF"/>
          </a:solidFill>
        </p:spPr>
      </p:sp>
      <p:sp>
        <p:nvSpPr>
          <p:cNvPr id="8" name="Shape 6"/>
          <p:cNvSpPr/>
          <p:nvPr/>
        </p:nvSpPr>
        <p:spPr>
          <a:xfrm>
            <a:off x="932688" y="3520440"/>
            <a:ext cx="91440" cy="91440"/>
          </a:xfrm>
          <a:prstGeom prst="ellipse">
            <a:avLst/>
          </a:prstGeom>
          <a:solidFill>
            <a:srgbClr val="4BB1FF">
              <a:alpha val="65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1133856" y="3520440"/>
            <a:ext cx="91440" cy="91440"/>
          </a:xfrm>
          <a:prstGeom prst="ellipse">
            <a:avLst/>
          </a:prstGeom>
          <a:solidFill>
            <a:srgbClr val="4BB1FF">
              <a:alpha val="35000"/>
            </a:srgbClr>
          </a:solidFill>
        </p:spPr>
      </p:sp>
      <p:pic>
        <p:nvPicPr>
          <p:cNvPr id="10" name="Image 0" descr="d:\my_project\SkillForge\docs\labuki_vi\2、白色logo\了不起科技logo_组合横-反白-800-400px 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1520" y="3611880"/>
            <a:ext cx="2194560" cy="8686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44348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演讲者姓名  |  部门  |  2026年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48640" y="73152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 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CONTENTS</a:t>
            </a:r>
            <a:endParaRPr lang="en-US" sz="1000" dirty="0"/>
          </a:p>
        </p:txBody>
      </p:sp>
      <p:pic>
        <p:nvPicPr>
          <p:cNvPr id="6" name="Image 0" descr="d:\my_project\SkillForge\docs\labuki_vi\2、白色logo\了不起科技logo_组合横-反白-800-400px 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4023360"/>
            <a:ext cx="146304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0" y="731520"/>
            <a:ext cx="5943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160520" y="74980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第一章节标题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60520" y="109728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章节简要说明文字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60520" y="1554480"/>
            <a:ext cx="4389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0" y="1737360"/>
            <a:ext cx="5943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160520" y="175564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第二章节标题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160520" y="210312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章节简要说明文字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60520" y="2560320"/>
            <a:ext cx="4389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74720" y="2743200"/>
            <a:ext cx="5943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160520" y="276148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第三章节标题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160520" y="310896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章节简要说明文字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60520" y="3566160"/>
            <a:ext cx="4389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0" y="3749040"/>
            <a:ext cx="5943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4160520" y="376732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第四章节标题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160520" y="41148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章节简要说明文字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B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-182880"/>
            <a:ext cx="4754880" cy="4754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0" b="1" dirty="0">
                <a:solidFill>
                  <a:srgbClr val="FFFFFF">
                    <a:alpha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7000" dirty="0"/>
          </a:p>
        </p:txBody>
      </p:sp>
      <p:sp>
        <p:nvSpPr>
          <p:cNvPr id="3" name="Shape 1"/>
          <p:cNvSpPr/>
          <p:nvPr/>
        </p:nvSpPr>
        <p:spPr>
          <a:xfrm>
            <a:off x="7315200" y="274320"/>
            <a:ext cx="2286000" cy="2286000"/>
          </a:xfrm>
          <a:prstGeom prst="ellipse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731520" y="1737360"/>
            <a:ext cx="91440" cy="9144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932688" y="1737360"/>
            <a:ext cx="91440" cy="91440"/>
          </a:xfrm>
          <a:prstGeom prst="ellipse">
            <a:avLst/>
          </a:prstGeom>
          <a:solidFill>
            <a:srgbClr val="FFFFFF">
              <a:alpha val="7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1133856" y="1737360"/>
            <a:ext cx="91440" cy="91440"/>
          </a:xfrm>
          <a:prstGeom prst="ellipse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731520" y="19659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500" dirty="0">
                <a:solidFill>
                  <a:srgbClr val="FFFFFF">
                    <a:alpha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章节标题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在此输入章节的简要描述或引导语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3" name="Text 1"/>
          <p:cNvSpPr/>
          <p:nvPr/>
        </p:nvSpPr>
        <p:spPr>
          <a:xfrm>
            <a:off x="777240" y="41148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内容页标题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在此输入副标题或简要说明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7818120" cy="3108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20617"/>
                </a:solidFill>
              </a:rPr>
              <a:t>正文内容标题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endParaRPr lang="en-US" sz="1600" dirty="0"/>
          </a:p>
          <a:p>
            <a:pPr marL="0" indent="0">
              <a:lnSpc>
                <a:spcPct val="17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</a:rPr>
              <a:t>在此输入正文内容。了不起科技致力于以创新技术简化企业跨境连接，帮助企业在全球化浪潮中把握机遇、实现增长。我们通过 AI 驱动的 SaaS 平台，为出海企业提供一站式运营支持。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要点一：在此输入关键信息和说明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要点二：在此输入关键信息和说明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要点三：在此输入关键信息和说明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7" name="Image 0" descr="d:\my_project\SkillForge\docs\labuki_vi\1、原色logo\了不起科技logo_组合横-原色-800-400px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4709160"/>
            <a:ext cx="1097280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470916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3" name="Text 1"/>
          <p:cNvSpPr/>
          <p:nvPr/>
        </p:nvSpPr>
        <p:spPr>
          <a:xfrm>
            <a:off x="777240" y="41148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图文内容页标题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36576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20617"/>
                </a:solidFill>
              </a:rPr>
              <a:t>核心观点标题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lnSpc>
                <a:spcPct val="16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在此输入详细描述内容。简明扼要地阐述核心观点，用数据和事实支撑论述。每个段落保持简洁有力。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关键信息点一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关键信息点二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关键信息点三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937760" y="1097280"/>
            <a:ext cx="3657600" cy="3383280"/>
          </a:xfrm>
          <a:prstGeom prst="roundRect">
            <a:avLst>
              <a:gd name="adj" fmla="val 3243"/>
            </a:avLst>
          </a:prstGeom>
          <a:solidFill>
            <a:srgbClr val="F1F5F9"/>
          </a:solidFill>
        </p:spPr>
      </p:sp>
      <p:sp>
        <p:nvSpPr>
          <p:cNvPr id="6" name="Shape 4"/>
          <p:cNvSpPr/>
          <p:nvPr/>
        </p:nvSpPr>
        <p:spPr>
          <a:xfrm>
            <a:off x="6263640" y="2286000"/>
            <a:ext cx="1005840" cy="1005840"/>
          </a:xfrm>
          <a:prstGeom prst="ellipse">
            <a:avLst/>
          </a:prstGeom>
          <a:solidFill>
            <a:srgbClr val="E2E8F0"/>
          </a:solidFill>
        </p:spPr>
      </p:sp>
      <p:sp>
        <p:nvSpPr>
          <p:cNvPr id="7" name="Text 5"/>
          <p:cNvSpPr/>
          <p:nvPr/>
        </p:nvSpPr>
        <p:spPr>
          <a:xfrm>
            <a:off x="4937760" y="32918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插入图片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9" name="Image 0" descr="d:\my_project\SkillForge\docs\labuki_vi\1、原色logo\了不起科技logo_组合横-原色-800-400px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4709160"/>
            <a:ext cx="1097280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0" y="470916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3" name="Text 1"/>
          <p:cNvSpPr/>
          <p:nvPr/>
        </p:nvSpPr>
        <p:spPr>
          <a:xfrm>
            <a:off x="777240" y="41148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双栏对比布局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2560320"/>
          </a:xfrm>
          <a:prstGeom prst="rect">
            <a:avLst/>
          </a:prstGeom>
          <a:solidFill>
            <a:srgbClr val="F8FAFC"/>
          </a:solidFill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3794760" cy="45720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6" name="Text 4"/>
          <p:cNvSpPr/>
          <p:nvPr/>
        </p:nvSpPr>
        <p:spPr>
          <a:xfrm>
            <a:off x="822960" y="1600200"/>
            <a:ext cx="324612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20617"/>
                </a:solidFill>
              </a:rPr>
              <a:t>左栏标题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在此输入左栏的详细内容描述，可以包含多行文字和要点列表。支持灵活排版。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重点信息一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重点信息二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00600" y="1371600"/>
            <a:ext cx="3794760" cy="2560320"/>
          </a:xfrm>
          <a:prstGeom prst="rect">
            <a:avLst/>
          </a:prstGeom>
          <a:solidFill>
            <a:srgbClr val="F8FAFC"/>
          </a:solidFill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00600" y="1371600"/>
            <a:ext cx="3794760" cy="45720"/>
          </a:xfrm>
          <a:prstGeom prst="rect">
            <a:avLst/>
          </a:prstGeom>
          <a:solidFill>
            <a:srgbClr val="034498"/>
          </a:solidFill>
        </p:spPr>
      </p:sp>
      <p:sp>
        <p:nvSpPr>
          <p:cNvPr id="9" name="Text 7"/>
          <p:cNvSpPr/>
          <p:nvPr/>
        </p:nvSpPr>
        <p:spPr>
          <a:xfrm>
            <a:off x="5074920" y="1600200"/>
            <a:ext cx="324612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20617"/>
                </a:solidFill>
              </a:rPr>
              <a:t>右栏标题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在此输入右栏的详细内容描述，可以包含多行文字和要点列表。支持灵活排版。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重点信息一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重点信息二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11" name="Image 0" descr="d:\my_project\SkillForge\docs\labuki_vi\1、原色logo\了不起科技logo_组合横-原色-800-400px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4709160"/>
            <a:ext cx="1097280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0" y="470916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3" name="Text 1"/>
          <p:cNvSpPr/>
          <p:nvPr/>
        </p:nvSpPr>
        <p:spPr>
          <a:xfrm>
            <a:off x="777240" y="41148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核心优势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三大核心能力一览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2926080"/>
          </a:xfrm>
          <a:prstGeom prst="rect">
            <a:avLst/>
          </a:prstGeom>
          <a:solidFill>
            <a:srgbClr val="FFFFFF"/>
          </a:solidFill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2560320" cy="45720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7" name="Shape 5"/>
          <p:cNvSpPr/>
          <p:nvPr/>
        </p:nvSpPr>
        <p:spPr>
          <a:xfrm>
            <a:off x="1325880" y="1691640"/>
            <a:ext cx="1005840" cy="1005840"/>
          </a:xfrm>
          <a:prstGeom prst="ellipse">
            <a:avLst/>
          </a:prstGeom>
          <a:solidFill>
            <a:srgbClr val="DAEEFF"/>
          </a:solidFill>
        </p:spPr>
      </p:sp>
      <p:sp>
        <p:nvSpPr>
          <p:cNvPr id="8" name="Text 6"/>
          <p:cNvSpPr/>
          <p:nvPr/>
        </p:nvSpPr>
        <p:spPr>
          <a:xfrm>
            <a:off x="1325880" y="169164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功能特色一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在此描述第一个核心功能或竞争优势，保持简洁有力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2560320" cy="2926080"/>
          </a:xfrm>
          <a:prstGeom prst="rect">
            <a:avLst/>
          </a:prstGeom>
          <a:solidFill>
            <a:srgbClr val="FFFFFF"/>
          </a:solidFill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371600"/>
            <a:ext cx="2560320" cy="45720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13" name="Shape 11"/>
          <p:cNvSpPr/>
          <p:nvPr/>
        </p:nvSpPr>
        <p:spPr>
          <a:xfrm>
            <a:off x="4160520" y="1691640"/>
            <a:ext cx="1005840" cy="1005840"/>
          </a:xfrm>
          <a:prstGeom prst="ellipse">
            <a:avLst/>
          </a:prstGeom>
          <a:solidFill>
            <a:srgbClr val="DAEEFF"/>
          </a:solidFill>
        </p:spPr>
      </p:sp>
      <p:sp>
        <p:nvSpPr>
          <p:cNvPr id="14" name="Text 12"/>
          <p:cNvSpPr/>
          <p:nvPr/>
        </p:nvSpPr>
        <p:spPr>
          <a:xfrm>
            <a:off x="4160520" y="169164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566160" y="288036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功能特色二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66160" y="3291840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在此描述第二个核心功能或竞争优势，保持简洁有力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371600"/>
            <a:ext cx="2560320" cy="2926080"/>
          </a:xfrm>
          <a:prstGeom prst="rect">
            <a:avLst/>
          </a:prstGeom>
          <a:solidFill>
            <a:srgbClr val="FFFFFF"/>
          </a:solidFill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371600"/>
            <a:ext cx="2560320" cy="45720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19" name="Shape 17"/>
          <p:cNvSpPr/>
          <p:nvPr/>
        </p:nvSpPr>
        <p:spPr>
          <a:xfrm>
            <a:off x="6995160" y="1691640"/>
            <a:ext cx="1005840" cy="1005840"/>
          </a:xfrm>
          <a:prstGeom prst="ellipse">
            <a:avLst/>
          </a:prstGeom>
          <a:solidFill>
            <a:srgbClr val="DAEEFF"/>
          </a:solidFill>
        </p:spPr>
      </p:sp>
      <p:sp>
        <p:nvSpPr>
          <p:cNvPr id="20" name="Text 18"/>
          <p:cNvSpPr/>
          <p:nvPr/>
        </p:nvSpPr>
        <p:spPr>
          <a:xfrm>
            <a:off x="6995160" y="169164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00800" y="288036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功能特色三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3291840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在此描述第三个核心功能或竞争优势，保持简洁有力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24" name="Image 0" descr="d:\my_project\SkillForge\docs\labuki_vi\1、原色logo\了不起科技logo_组合横-原色-800-400px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4709160"/>
            <a:ext cx="1097280" cy="38404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400800" y="470916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3" name="Text 1"/>
          <p:cNvSpPr/>
          <p:nvPr/>
        </p:nvSpPr>
        <p:spPr>
          <a:xfrm>
            <a:off x="777240" y="41148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关键数据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用数字说话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EEF8FF">
              <a:alpha val="25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548640" y="1371600"/>
            <a:ext cx="25603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98%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客户满意度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3108960"/>
            <a:ext cx="914400" cy="0"/>
          </a:xfrm>
          <a:prstGeom prst="line">
            <a:avLst/>
          </a:prstGeom>
          <a:noFill/>
          <a:ln w="19050">
            <a:solidFill>
              <a:srgbClr val="4BB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461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基于全球客户调研数据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1371600"/>
            <a:ext cx="25603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50+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3383280" y="260604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服务国家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06240" y="3108960"/>
            <a:ext cx="914400" cy="0"/>
          </a:xfrm>
          <a:prstGeom prst="line">
            <a:avLst/>
          </a:prstGeom>
          <a:noFill/>
          <a:ln w="19050">
            <a:solidFill>
              <a:srgbClr val="4BB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2461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覆盖全球主要市场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1371600"/>
            <a:ext cx="25603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10x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6217920" y="260604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效率提升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40880" y="3108960"/>
            <a:ext cx="914400" cy="0"/>
          </a:xfrm>
          <a:prstGeom prst="line">
            <a:avLst/>
          </a:prstGeom>
          <a:noFill/>
          <a:ln w="19050">
            <a:solidFill>
              <a:srgbClr val="4BB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2461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AI驱动的运营优化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19" name="Image 0" descr="d:\my_project\SkillForge\docs\labuki_vi\1、原色logo\了不起科技logo_组合横-原色-800-400px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4709160"/>
            <a:ext cx="1097280" cy="3840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0" y="470916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3" name="Text 1"/>
          <p:cNvSpPr/>
          <p:nvPr/>
        </p:nvSpPr>
        <p:spPr>
          <a:xfrm>
            <a:off x="777240" y="41148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实施流程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四步完成项目部署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0" y="2103120"/>
            <a:ext cx="6400800" cy="0"/>
          </a:xfrm>
          <a:prstGeom prst="line">
            <a:avLst/>
          </a:prstGeom>
          <a:noFill/>
          <a:ln w="317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1847088"/>
            <a:ext cx="512064" cy="512064"/>
          </a:xfrm>
          <a:prstGeom prst="ellipse">
            <a:avLst/>
          </a:prstGeom>
          <a:solidFill>
            <a:srgbClr val="4BB1FF"/>
          </a:solidFill>
        </p:spPr>
      </p:sp>
      <p:sp>
        <p:nvSpPr>
          <p:cNvPr id="7" name="Text 5"/>
          <p:cNvSpPr/>
          <p:nvPr/>
        </p:nvSpPr>
        <p:spPr>
          <a:xfrm>
            <a:off x="1115568" y="184708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深入了解业务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需求与痛点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9168" y="1847088"/>
            <a:ext cx="512064" cy="512064"/>
          </a:xfrm>
          <a:prstGeom prst="ellipse">
            <a:avLst/>
          </a:prstGeom>
          <a:solidFill>
            <a:srgbClr val="4BB1FF"/>
          </a:solidFill>
        </p:spPr>
      </p:sp>
      <p:sp>
        <p:nvSpPr>
          <p:cNvPr id="11" name="Text 9"/>
          <p:cNvSpPr/>
          <p:nvPr/>
        </p:nvSpPr>
        <p:spPr>
          <a:xfrm>
            <a:off x="3249168" y="184708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73680" y="26060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方案设计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73680" y="297180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定制化解决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方案输出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82768" y="1847088"/>
            <a:ext cx="512064" cy="512064"/>
          </a:xfrm>
          <a:prstGeom prst="ellipse">
            <a:avLst/>
          </a:prstGeom>
          <a:solidFill>
            <a:srgbClr val="4BB1FF"/>
          </a:solidFill>
        </p:spPr>
      </p:sp>
      <p:sp>
        <p:nvSpPr>
          <p:cNvPr id="15" name="Text 13"/>
          <p:cNvSpPr/>
          <p:nvPr/>
        </p:nvSpPr>
        <p:spPr>
          <a:xfrm>
            <a:off x="5382768" y="184708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07280" y="26060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开发部署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07280" y="297180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敏捷开发与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系统集成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16368" y="1847088"/>
            <a:ext cx="512064" cy="512064"/>
          </a:xfrm>
          <a:prstGeom prst="ellipse">
            <a:avLst/>
          </a:prstGeom>
          <a:solidFill>
            <a:srgbClr val="4BB1FF"/>
          </a:solidFill>
        </p:spPr>
      </p:sp>
      <p:sp>
        <p:nvSpPr>
          <p:cNvPr id="19" name="Text 17"/>
          <p:cNvSpPr/>
          <p:nvPr/>
        </p:nvSpPr>
        <p:spPr>
          <a:xfrm>
            <a:off x="7516368" y="184708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持续优化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2971800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数据驱动的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迭代优化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23" name="Image 0" descr="d:\my_project\SkillForge\docs\labuki_vi\1、原色logo\了不起科技logo_组合横-原色-800-400px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4709160"/>
            <a:ext cx="1097280" cy="38404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400800" y="470916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34498">
              <a:alpha val="2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2743200"/>
            <a:ext cx="4114800" cy="4114800"/>
          </a:xfrm>
          <a:prstGeom prst="ellipse">
            <a:avLst/>
          </a:prstGeom>
          <a:solidFill>
            <a:srgbClr val="4BB1FF">
              <a:alpha val="1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0" y="100584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0116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6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70832" y="2606040"/>
            <a:ext cx="91440" cy="91440"/>
          </a:xfrm>
          <a:prstGeom prst="ellipse">
            <a:avLst/>
          </a:prstGeom>
          <a:solidFill>
            <a:srgbClr val="4BB1FF"/>
          </a:solidFill>
        </p:spPr>
      </p:sp>
      <p:sp>
        <p:nvSpPr>
          <p:cNvPr id="7" name="Shape 5"/>
          <p:cNvSpPr/>
          <p:nvPr/>
        </p:nvSpPr>
        <p:spPr>
          <a:xfrm>
            <a:off x="4572000" y="2606040"/>
            <a:ext cx="91440" cy="91440"/>
          </a:xfrm>
          <a:prstGeom prst="ellipse">
            <a:avLst/>
          </a:prstGeom>
          <a:solidFill>
            <a:srgbClr val="4BB1FF">
              <a:alpha val="7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4773168" y="2606040"/>
            <a:ext cx="91440" cy="91440"/>
          </a:xfrm>
          <a:prstGeom prst="ellipse">
            <a:avLst/>
          </a:prstGeom>
          <a:solidFill>
            <a:srgbClr val="4BB1FF">
              <a:alpha val="4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0" y="2834640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BB1FF"/>
                </a:solidFill>
              </a:rPr>
              <a:t>联系我们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contact@labuki.com  |  www.labuki.com</a:t>
            </a:r>
            <a:endParaRPr lang="en-US" sz="1200" dirty="0"/>
          </a:p>
        </p:txBody>
      </p:sp>
      <p:pic>
        <p:nvPicPr>
          <p:cNvPr id="10" name="Image 0" descr="d:\my_project\SkillForge\docs\labuki_vi\2、白色logo\了不起科技logo_组合横-反白-800-400px 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0" y="3749040"/>
            <a:ext cx="2743200" cy="1005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842</Words>
  <Application>WPS 演示</Application>
  <PresentationFormat>On-screen Show (16:9)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了不起科技 品牌PPT模板</dc:title>
  <dc:creator>了不起科技 Labuki</dc:creator>
  <dc:subject>品牌标准演示模板 v1.0</dc:subject>
  <cp:lastModifiedBy>acjas</cp:lastModifiedBy>
  <cp:revision>2</cp:revision>
  <dcterms:created xsi:type="dcterms:W3CDTF">2026-02-08T10:00:00Z</dcterms:created>
  <dcterms:modified xsi:type="dcterms:W3CDTF">2026-02-12T07:34:49Z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E52D2AB0F2734137A5B2C52116B82D14_12</vt:lpwstr>
  </property>
  <property fmtid="{D5CDD505-2E9C-101B-9397-08002B2CF9AE}" pid="3" name="KSOProductBuildVer">
    <vt:lpwstr>2052-12.1.0.25222</vt:lpwstr>
  </property>
</Properties>
</file>