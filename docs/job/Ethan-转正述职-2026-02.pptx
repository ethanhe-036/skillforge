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4754880" y="-2286000"/>
            <a:ext cx="8229600" cy="6400800"/>
          </a:xfrm>
          <a:prstGeom prst="rect">
            <a:avLst/>
          </a:prstGeom>
          <a:solidFill>
            <a:srgbClr val="034498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5669280" y="-1371600"/>
            <a:ext cx="7315200" cy="5486400"/>
          </a:xfrm>
          <a:prstGeom prst="rect">
            <a:avLst/>
          </a:prstGeom>
          <a:solidFill>
            <a:srgbClr val="4BB1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548640"/>
            <a:ext cx="457200" cy="457200"/>
          </a:xfrm>
          <a:prstGeom prst="ellipse">
            <a:avLst/>
          </a:prstGeom>
          <a:solidFill>
            <a:srgbClr val="9FF4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转正述职报告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技术研发部 · 后端开发工程师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91440" cy="91440"/>
          </a:xfrm>
          <a:prstGeom prst="ellipse">
            <a:avLst/>
          </a:prstGeom>
          <a:solidFill>
            <a:srgbClr val="4BB1FF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743200"/>
            <a:ext cx="91440" cy="91440"/>
          </a:xfrm>
          <a:prstGeom prst="ellipse">
            <a:avLst/>
          </a:prstGeom>
          <a:solidFill>
            <a:srgbClr val="4BB1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" y="2743200"/>
            <a:ext cx="91440" cy="91440"/>
          </a:xfrm>
          <a:prstGeom prst="ellipse">
            <a:avLst/>
          </a:prstGeom>
          <a:solidFill>
            <a:srgbClr val="4BB1FF">
              <a:alpha val="35000"/>
            </a:srgbClr>
          </a:solidFill>
          <a:ln/>
        </p:spPr>
      </p:sp>
      <p:pic>
        <p:nvPicPr>
          <p:cNvPr id="10" name="Image 0" descr="D:\my_project\SkillForge\docs\labuki_vi\2、白色logo\了不起科技logo_组合横-反白-800-400px 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3200400"/>
            <a:ext cx="2194560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Ethan  |  2026年2月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pic>
        <p:nvPicPr>
          <p:cNvPr id="6" name="Image 0" descr="D:\my_project\SkillForge\docs\labuki_vi\2、白色logo\了不起科技logo_组合横-反白-800-400px 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023360"/>
            <a:ext cx="146304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7315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160520" y="749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个人介绍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6052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基本信息与岗位职责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60520" y="155448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17373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160520" y="17556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工作成果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6052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核心项目与关键交付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256032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74320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60520" y="2761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成长与反思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60520" y="3108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收获总结与不足改进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0520" y="356616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3749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160520" y="3767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6052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技术深耕与发展方向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BB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个人介绍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基本信息与岗位职责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个人介绍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4572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    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    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技术研发部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    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后端开发工程师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入职日期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2025年11月26日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84048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3840480" cy="45720"/>
          </a:xfrm>
          <a:prstGeom prst="rect">
            <a:avLst/>
          </a:prstGeom>
          <a:solidFill>
            <a:srgbClr val="03449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岗位职责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HCT 平台后端 API 开发与维护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RAG 检索链路搭建与持续优化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运营管理后台从 0 到 1 搭建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配合 MVP 内测及线上问题修复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BB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工作成果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核心项目与关键交付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工作历程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入职以来的关键里程碑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4BB1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入职融入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熟悉业务 · 调研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AgentScope · 数据库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9440" y="1828800"/>
            <a:ext cx="548640" cy="548640"/>
          </a:xfrm>
          <a:prstGeom prst="ellipse">
            <a:avLst/>
          </a:prstGeom>
          <a:solidFill>
            <a:srgbClr val="4BB1FF"/>
          </a:solidFill>
          <a:ln/>
        </p:spPr>
      </p:sp>
      <p:sp>
        <p:nvSpPr>
          <p:cNvPr id="11" name="Text 9"/>
          <p:cNvSpPr/>
          <p:nvPr/>
        </p:nvSpPr>
        <p:spPr>
          <a:xfrm>
            <a:off x="3139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8224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3652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P1/P2 接口全链路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· RAG+MCP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55920" y="1828800"/>
            <a:ext cx="548640" cy="548640"/>
          </a:xfrm>
          <a:prstGeom prst="ellipse">
            <a:avLst/>
          </a:prstGeom>
          <a:solidFill>
            <a:srgbClr val="4BB1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55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9872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深度建设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5300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运营后台 0→1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深度调优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徽章/点赞/微信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4BB1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上线冲刺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2971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微信登录上线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文章录入+ES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项目正式上线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后端用户体系搭建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P1/P2 全链路设计与交付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0617"/>
                </a:solidFill>
              </a:rPr>
              <a:t>数据库与接口规范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完成 P1、P2 两个阶段的数据库结构设计及接口规范输出，涵盖用户、企业关系等核心表结构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用户注册 / 验证码 / 企查查模块接口开发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阿里云国际短信服务集成（印尼地区）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Access Token 安全漏洞修复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MVP 多国家注册接口支持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用户手机号/邮箱绑定及密码校验优化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（可替换为实际截图）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检索调优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项优化策略，持续提升检索质量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36576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文档级去重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优先命中同一法规较新版本，避免重复文档干扰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2560320" cy="36576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08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 相似度去重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过滤高度重叠的文本片段，提升结果多样性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560320" cy="36576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重排后低分过滤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移除重排后得分过低的 Chunk，保障答案质量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256032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80360"/>
            <a:ext cx="2560320" cy="36576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翻译稳定性优化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调参 LLM 温度，减少子查询翻译随机性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880360"/>
            <a:ext cx="256032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880360"/>
            <a:ext cx="2560320" cy="36576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319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top_k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按问题复杂度动态调整返回数量，提升检索效率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880360"/>
            <a:ext cx="256032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880360"/>
            <a:ext cx="2560320" cy="36576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模型优化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规避 JINA 并发限制，兼容自部署模型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6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运营管理后台 0→1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独立完成从设计到上线的全链路交付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818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0617"/>
                </a:solidFill>
              </a:rPr>
              <a:t>核心功能模块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用户状态管理：查看基本信息、积分、使用情况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用户备注能力：支持运营人员添加用户标记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管理员账号管理：支持禁用/启用管理员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文章录入系统：内容录入 + Elasticsearch 存储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0617"/>
                </a:solidFill>
              </a:rPr>
              <a:t>实践方法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采用 VIBE-CODING + SPEC 模式，从需求分析到设计、开发、联调、上线全链路独立完成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7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用数字说话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EEF8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核心接口交付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108960"/>
            <a:ext cx="9144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用户体系 · 企业认证 · 微信登录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优化策略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3108960"/>
            <a:ext cx="9144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检索质量与效率持续提升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大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系统模块独立负责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0" y="3108960"/>
            <a:ext cx="9144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用户体系 · RAG · 运营后台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BB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成长与反思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收获总结与不足改进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成长收获与不足改进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794760" cy="4572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成长收获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完整经历产品从设计→开发→测试→上线全链路，对产品迭代有了系统认知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RAG 实战调优经验深厚，从嵌入、翻译、检索到重排的每个环节都有深度实践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深度运用 AI 工具提效，形成 VIBE-CODING + SPEC 个人工作方法论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379476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71600"/>
            <a:ext cx="3794760" cy="45720"/>
          </a:xfrm>
          <a:prstGeom prst="rect">
            <a:avLst/>
          </a:prstGeom>
          <a:solidFill>
            <a:srgbClr val="034498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4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不足改进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2011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34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初期对 VIBE-CODING 模式不够熟悉，编码效率经历了一段适应期，现已形成稳定工作流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30175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34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前期对业务理解不够深入，导致部分设计返工。后续坚持先吃透需求再动手，减少无效开发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BB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技术深耕与发展方向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未来发展方向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4572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691640"/>
            <a:ext cx="1005840" cy="1005840"/>
          </a:xfrm>
          <a:prstGeom prst="ellipse">
            <a:avLst/>
          </a:prstGeom>
          <a:solidFill>
            <a:srgbClr val="DAEEF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 RAG 检索效果，夯实数据库与系统架构能力；探索模型部署与微调相关技术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2560320" cy="4572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691640"/>
            <a:ext cx="1005840" cy="1005840"/>
          </a:xfrm>
          <a:prstGeom prst="ellipse">
            <a:avLst/>
          </a:prstGeom>
          <a:solidFill>
            <a:srgbClr val="DA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拓展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 AI 能力拓展更多业务板块，不局限于纯技术开发；深入 Agent 生态与工程化实践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2560320" cy="45720"/>
          </a:xfrm>
          <a:prstGeom prst="rect">
            <a:avLst/>
          </a:prstGeom>
          <a:solidFill>
            <a:srgbClr val="4BB1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691640"/>
            <a:ext cx="1005840" cy="1005840"/>
          </a:xfrm>
          <a:prstGeom prst="ellipse">
            <a:avLst/>
          </a:prstGeom>
          <a:solidFill>
            <a:srgbClr val="DAEEFF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B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6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业务融合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深入理解跨境合规业务场景，让技术方案更贴合实际需求；主动承担更多模块，提升协作效率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D:\my_project\SkillForge\docs\labuki_vi\1、原色logo\了不起科技logo_组合横-原色-800-400p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3449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4BB1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058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70832" y="2606040"/>
            <a:ext cx="91440" cy="91440"/>
          </a:xfrm>
          <a:prstGeom prst="ellipse">
            <a:avLst/>
          </a:prstGeom>
          <a:solidFill>
            <a:srgbClr val="4BB1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606040"/>
            <a:ext cx="91440" cy="91440"/>
          </a:xfrm>
          <a:prstGeom prst="ellipse">
            <a:avLst/>
          </a:prstGeom>
          <a:solidFill>
            <a:srgbClr val="4BB1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73168" y="2606040"/>
            <a:ext cx="91440" cy="91440"/>
          </a:xfrm>
          <a:prstGeom prst="ellipse">
            <a:avLst/>
          </a:prstGeom>
          <a:solidFill>
            <a:srgbClr val="4BB1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Ethan  ·  技术研发部  ·  后端开发工程师</a:t>
            </a:r>
            <a:endParaRPr lang="en-US" sz="1200" dirty="0"/>
          </a:p>
        </p:txBody>
      </p:sp>
      <p:pic>
        <p:nvPicPr>
          <p:cNvPr id="10" name="Image 0" descr="D:\my_project\SkillForge\docs\labuki_vi\2、白色logo\了不起科技logo_组合横-反白-800-400px 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3749040"/>
            <a:ext cx="274320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转正述职报告 — Ethan</dc:title>
  <dc:subject>PptxGenJS Presentation</dc:subject>
  <dc:creator>Ethan</dc:creator>
  <cp:lastModifiedBy>Ethan</cp:lastModifiedBy>
  <cp:revision>1</cp:revision>
  <dcterms:created xsi:type="dcterms:W3CDTF">2026-02-10T16:26:07Z</dcterms:created>
  <dcterms:modified xsi:type="dcterms:W3CDTF">2026-02-10T16:26:07Z</dcterms:modified>
</cp:coreProperties>
</file>